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CD2D38-C2D7-4155-9524-DC8659BA6437}" v="1293" dt="2026-04-23T09:15:01.403"/>
    <p1510:client id="{3B7359E2-CF42-8A08-7F5A-D02A0E756572}" v="9" dt="2026-04-23T08:30:57.392"/>
    <p1510:client id="{BECA8D38-7E55-EB59-6374-153583D513FC}" v="12" dt="2026-04-23T08:32:57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E46D19-8657-41C6-9D97-D5D98CFF5A5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1AFB8D8-49CF-4962-B620-6AC438D1AB00}">
      <dgm:prSet/>
      <dgm:spPr/>
      <dgm:t>
        <a:bodyPr/>
        <a:lstStyle/>
        <a:p>
          <a:r>
            <a:rPr lang="en-US"/>
            <a:t>The target of this incident was a Windows 11 local host machine. The incident simulated was that the host of this machine downloaded a suspicious file and had suspicious .exe files running. </a:t>
          </a:r>
        </a:p>
      </dgm:t>
    </dgm:pt>
    <dgm:pt modelId="{FD293ACC-870F-4CFE-9BA0-C179FCC43D41}" type="parTrans" cxnId="{AC47C1C9-27AF-439C-92A5-FEF0F0D18DDE}">
      <dgm:prSet/>
      <dgm:spPr/>
      <dgm:t>
        <a:bodyPr/>
        <a:lstStyle/>
        <a:p>
          <a:endParaRPr lang="en-US"/>
        </a:p>
      </dgm:t>
    </dgm:pt>
    <dgm:pt modelId="{83F1BE20-A6A7-441E-8F6F-44BCBB9545CF}" type="sibTrans" cxnId="{AC47C1C9-27AF-439C-92A5-FEF0F0D18DDE}">
      <dgm:prSet/>
      <dgm:spPr/>
      <dgm:t>
        <a:bodyPr/>
        <a:lstStyle/>
        <a:p>
          <a:endParaRPr lang="en-US"/>
        </a:p>
      </dgm:t>
    </dgm:pt>
    <dgm:pt modelId="{45C47FD2-A0E8-4044-B16E-5D3B60BE921C}">
      <dgm:prSet/>
      <dgm:spPr/>
      <dgm:t>
        <a:bodyPr/>
        <a:lstStyle/>
        <a:p>
          <a:r>
            <a:rPr lang="en-US"/>
            <a:t>The scope is a Logical Disk and memory dump collected from the host computer. </a:t>
          </a:r>
        </a:p>
      </dgm:t>
    </dgm:pt>
    <dgm:pt modelId="{1D5E9812-666B-4C10-8BBC-BE8687D4E61F}" type="parTrans" cxnId="{B7028E4A-35CE-4190-AA78-1B256AD8F95C}">
      <dgm:prSet/>
      <dgm:spPr/>
      <dgm:t>
        <a:bodyPr/>
        <a:lstStyle/>
        <a:p>
          <a:endParaRPr lang="en-US"/>
        </a:p>
      </dgm:t>
    </dgm:pt>
    <dgm:pt modelId="{5B115AC7-70CC-47CC-9CEA-FC3CB3B86926}" type="sibTrans" cxnId="{B7028E4A-35CE-4190-AA78-1B256AD8F95C}">
      <dgm:prSet/>
      <dgm:spPr/>
      <dgm:t>
        <a:bodyPr/>
        <a:lstStyle/>
        <a:p>
          <a:endParaRPr lang="en-US"/>
        </a:p>
      </dgm:t>
    </dgm:pt>
    <dgm:pt modelId="{267DDF9F-F304-46DB-89E2-8BE82B10A4DA}" type="pres">
      <dgm:prSet presAssocID="{D0E46D19-8657-41C6-9D97-D5D98CFF5A5F}" presName="linear" presStyleCnt="0">
        <dgm:presLayoutVars>
          <dgm:animLvl val="lvl"/>
          <dgm:resizeHandles val="exact"/>
        </dgm:presLayoutVars>
      </dgm:prSet>
      <dgm:spPr/>
    </dgm:pt>
    <dgm:pt modelId="{19EA6238-D6C4-4D0A-A15B-E4F5DFB6B25B}" type="pres">
      <dgm:prSet presAssocID="{91AFB8D8-49CF-4962-B620-6AC438D1AB0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CA6DC0-EE3C-401D-9DFB-56E8D0E79D63}" type="pres">
      <dgm:prSet presAssocID="{83F1BE20-A6A7-441E-8F6F-44BCBB9545CF}" presName="spacer" presStyleCnt="0"/>
      <dgm:spPr/>
    </dgm:pt>
    <dgm:pt modelId="{9DEEAD80-694F-4173-966C-A0ECB8F30A23}" type="pres">
      <dgm:prSet presAssocID="{45C47FD2-A0E8-4044-B16E-5D3B60BE921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AB4A31D-F837-45E2-BAF7-FE578395857F}" type="presOf" srcId="{45C47FD2-A0E8-4044-B16E-5D3B60BE921C}" destId="{9DEEAD80-694F-4173-966C-A0ECB8F30A23}" srcOrd="0" destOrd="0" presId="urn:microsoft.com/office/officeart/2005/8/layout/vList2"/>
    <dgm:cxn modelId="{E8B2EB24-3A3D-4B07-8CCD-4200E4B43E59}" type="presOf" srcId="{91AFB8D8-49CF-4962-B620-6AC438D1AB00}" destId="{19EA6238-D6C4-4D0A-A15B-E4F5DFB6B25B}" srcOrd="0" destOrd="0" presId="urn:microsoft.com/office/officeart/2005/8/layout/vList2"/>
    <dgm:cxn modelId="{B7028E4A-35CE-4190-AA78-1B256AD8F95C}" srcId="{D0E46D19-8657-41C6-9D97-D5D98CFF5A5F}" destId="{45C47FD2-A0E8-4044-B16E-5D3B60BE921C}" srcOrd="1" destOrd="0" parTransId="{1D5E9812-666B-4C10-8BBC-BE8687D4E61F}" sibTransId="{5B115AC7-70CC-47CC-9CEA-FC3CB3B86926}"/>
    <dgm:cxn modelId="{AC47C1C9-27AF-439C-92A5-FEF0F0D18DDE}" srcId="{D0E46D19-8657-41C6-9D97-D5D98CFF5A5F}" destId="{91AFB8D8-49CF-4962-B620-6AC438D1AB00}" srcOrd="0" destOrd="0" parTransId="{FD293ACC-870F-4CFE-9BA0-C179FCC43D41}" sibTransId="{83F1BE20-A6A7-441E-8F6F-44BCBB9545CF}"/>
    <dgm:cxn modelId="{58543AF6-C4B1-4047-BCAB-EC55C4408D9D}" type="presOf" srcId="{D0E46D19-8657-41C6-9D97-D5D98CFF5A5F}" destId="{267DDF9F-F304-46DB-89E2-8BE82B10A4DA}" srcOrd="0" destOrd="0" presId="urn:microsoft.com/office/officeart/2005/8/layout/vList2"/>
    <dgm:cxn modelId="{E4AD3C23-0640-4653-8BC8-2725019490D9}" type="presParOf" srcId="{267DDF9F-F304-46DB-89E2-8BE82B10A4DA}" destId="{19EA6238-D6C4-4D0A-A15B-E4F5DFB6B25B}" srcOrd="0" destOrd="0" presId="urn:microsoft.com/office/officeart/2005/8/layout/vList2"/>
    <dgm:cxn modelId="{3A2652BE-B875-43A0-B612-4E2676417BE8}" type="presParOf" srcId="{267DDF9F-F304-46DB-89E2-8BE82B10A4DA}" destId="{7CCA6DC0-EE3C-401D-9DFB-56E8D0E79D63}" srcOrd="1" destOrd="0" presId="urn:microsoft.com/office/officeart/2005/8/layout/vList2"/>
    <dgm:cxn modelId="{08A42ACE-0683-4396-A882-5661D496F506}" type="presParOf" srcId="{267DDF9F-F304-46DB-89E2-8BE82B10A4DA}" destId="{9DEEAD80-694F-4173-966C-A0ECB8F30A2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084EB4-EF17-4453-A5B3-759D335E5F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F77A84C-CD8A-4356-816A-97AC22F5D37F}">
      <dgm:prSet/>
      <dgm:spPr/>
      <dgm:t>
        <a:bodyPr/>
        <a:lstStyle/>
        <a:p>
          <a:r>
            <a:rPr lang="en-US"/>
            <a:t>The evidence collected from the host machine was:</a:t>
          </a:r>
        </a:p>
      </dgm:t>
    </dgm:pt>
    <dgm:pt modelId="{E0E22E82-AE22-4BDE-91C7-71FB3AF99410}" type="parTrans" cxnId="{4E649AA9-9702-4EA9-9755-B4BF37D0EE92}">
      <dgm:prSet/>
      <dgm:spPr/>
      <dgm:t>
        <a:bodyPr/>
        <a:lstStyle/>
        <a:p>
          <a:endParaRPr lang="en-US"/>
        </a:p>
      </dgm:t>
    </dgm:pt>
    <dgm:pt modelId="{E1F777AD-75F0-4730-8B1E-A6EAD1269952}" type="sibTrans" cxnId="{4E649AA9-9702-4EA9-9755-B4BF37D0EE92}">
      <dgm:prSet/>
      <dgm:spPr/>
      <dgm:t>
        <a:bodyPr/>
        <a:lstStyle/>
        <a:p>
          <a:endParaRPr lang="en-US"/>
        </a:p>
      </dgm:t>
    </dgm:pt>
    <dgm:pt modelId="{56EB2B63-7A3B-4B07-8C51-95AAE4CFDC78}">
      <dgm:prSet/>
      <dgm:spPr/>
      <dgm:t>
        <a:bodyPr/>
        <a:lstStyle/>
        <a:p>
          <a:r>
            <a:rPr lang="en-US"/>
            <a:t>Logical Image of the SUSPICIOUSFOLDER folder created using </a:t>
          </a:r>
          <a:r>
            <a:rPr lang="en-US" b="1"/>
            <a:t>FTK Imager </a:t>
          </a:r>
          <a:r>
            <a:rPr lang="en-US"/>
            <a:t>and analyzed with </a:t>
          </a:r>
          <a:r>
            <a:rPr lang="en-US" b="1"/>
            <a:t>Autopsy.</a:t>
          </a:r>
          <a:endParaRPr lang="en-US"/>
        </a:p>
      </dgm:t>
    </dgm:pt>
    <dgm:pt modelId="{2B33F6EA-A06F-4FD4-85F6-A3C7DEDAAE15}" type="parTrans" cxnId="{4B7FCD62-8798-4C6F-ADA3-B015DB6EA7D7}">
      <dgm:prSet/>
      <dgm:spPr/>
      <dgm:t>
        <a:bodyPr/>
        <a:lstStyle/>
        <a:p>
          <a:endParaRPr lang="en-US"/>
        </a:p>
      </dgm:t>
    </dgm:pt>
    <dgm:pt modelId="{93E783E6-62AA-4BC1-A0B9-375908D28E45}" type="sibTrans" cxnId="{4B7FCD62-8798-4C6F-ADA3-B015DB6EA7D7}">
      <dgm:prSet/>
      <dgm:spPr/>
      <dgm:t>
        <a:bodyPr/>
        <a:lstStyle/>
        <a:p>
          <a:endParaRPr lang="en-US"/>
        </a:p>
      </dgm:t>
    </dgm:pt>
    <dgm:pt modelId="{0475A1B3-C65C-4172-834A-8A53C6F41A04}">
      <dgm:prSet/>
      <dgm:spPr/>
      <dgm:t>
        <a:bodyPr/>
        <a:lstStyle/>
        <a:p>
          <a:r>
            <a:rPr lang="en-US"/>
            <a:t>Memory Dump obtained using </a:t>
          </a:r>
          <a:r>
            <a:rPr lang="en-US" b="1"/>
            <a:t>WinPmem</a:t>
          </a:r>
          <a:r>
            <a:rPr lang="en-US"/>
            <a:t> and analyzed via </a:t>
          </a:r>
          <a:r>
            <a:rPr lang="en-US" b="1"/>
            <a:t>Volatility</a:t>
          </a:r>
          <a:r>
            <a:rPr lang="en-US"/>
            <a:t>. </a:t>
          </a:r>
        </a:p>
      </dgm:t>
    </dgm:pt>
    <dgm:pt modelId="{98D19901-2DC1-487F-A727-06C847AC4552}" type="parTrans" cxnId="{FC4330D8-1280-45D9-8469-0C48F74ECB8E}">
      <dgm:prSet/>
      <dgm:spPr/>
      <dgm:t>
        <a:bodyPr/>
        <a:lstStyle/>
        <a:p>
          <a:endParaRPr lang="en-US"/>
        </a:p>
      </dgm:t>
    </dgm:pt>
    <dgm:pt modelId="{9CD5CE52-C58B-4470-97F3-4FFCC237FCE6}" type="sibTrans" cxnId="{FC4330D8-1280-45D9-8469-0C48F74ECB8E}">
      <dgm:prSet/>
      <dgm:spPr/>
      <dgm:t>
        <a:bodyPr/>
        <a:lstStyle/>
        <a:p>
          <a:endParaRPr lang="en-US"/>
        </a:p>
      </dgm:t>
    </dgm:pt>
    <dgm:pt modelId="{B8451CF1-D438-44CA-8A5C-289475AD718C}" type="pres">
      <dgm:prSet presAssocID="{5E084EB4-EF17-4453-A5B3-759D335E5F9D}" presName="root" presStyleCnt="0">
        <dgm:presLayoutVars>
          <dgm:dir/>
          <dgm:resizeHandles val="exact"/>
        </dgm:presLayoutVars>
      </dgm:prSet>
      <dgm:spPr/>
    </dgm:pt>
    <dgm:pt modelId="{2CFBC732-F158-4B12-9023-8B65DD1EA9C1}" type="pres">
      <dgm:prSet presAssocID="{8F77A84C-CD8A-4356-816A-97AC22F5D37F}" presName="compNode" presStyleCnt="0"/>
      <dgm:spPr/>
    </dgm:pt>
    <dgm:pt modelId="{4D9D223C-3408-438A-829A-C1CB093AA951}" type="pres">
      <dgm:prSet presAssocID="{8F77A84C-CD8A-4356-816A-97AC22F5D37F}" presName="bgRect" presStyleLbl="bgShp" presStyleIdx="0" presStyleCnt="3"/>
      <dgm:spPr/>
    </dgm:pt>
    <dgm:pt modelId="{FD9F5C6D-435D-4D77-98DD-FF1083315DDF}" type="pres">
      <dgm:prSet presAssocID="{8F77A84C-CD8A-4356-816A-97AC22F5D37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ECAA66-F2B6-4F19-8155-975A018E53E8}" type="pres">
      <dgm:prSet presAssocID="{8F77A84C-CD8A-4356-816A-97AC22F5D37F}" presName="spaceRect" presStyleCnt="0"/>
      <dgm:spPr/>
    </dgm:pt>
    <dgm:pt modelId="{FF12F403-AEA4-4E2B-A126-54219AA2292B}" type="pres">
      <dgm:prSet presAssocID="{8F77A84C-CD8A-4356-816A-97AC22F5D37F}" presName="parTx" presStyleLbl="revTx" presStyleIdx="0" presStyleCnt="3">
        <dgm:presLayoutVars>
          <dgm:chMax val="0"/>
          <dgm:chPref val="0"/>
        </dgm:presLayoutVars>
      </dgm:prSet>
      <dgm:spPr/>
    </dgm:pt>
    <dgm:pt modelId="{C8A388D5-C625-4674-BC4E-756C5599810B}" type="pres">
      <dgm:prSet presAssocID="{E1F777AD-75F0-4730-8B1E-A6EAD1269952}" presName="sibTrans" presStyleCnt="0"/>
      <dgm:spPr/>
    </dgm:pt>
    <dgm:pt modelId="{D9B589D2-E796-4656-BC0F-7D49369C6BED}" type="pres">
      <dgm:prSet presAssocID="{56EB2B63-7A3B-4B07-8C51-95AAE4CFDC78}" presName="compNode" presStyleCnt="0"/>
      <dgm:spPr/>
    </dgm:pt>
    <dgm:pt modelId="{41ED6A62-773D-4B0E-AD35-C0A896E49F6F}" type="pres">
      <dgm:prSet presAssocID="{56EB2B63-7A3B-4B07-8C51-95AAE4CFDC78}" presName="bgRect" presStyleLbl="bgShp" presStyleIdx="1" presStyleCnt="3"/>
      <dgm:spPr/>
    </dgm:pt>
    <dgm:pt modelId="{39935C1B-3E3E-49B1-ADAE-44426D9CFD5E}" type="pres">
      <dgm:prSet presAssocID="{56EB2B63-7A3B-4B07-8C51-95AAE4CFDC7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2E6797FF-58A7-449D-9410-BD8039AAE996}" type="pres">
      <dgm:prSet presAssocID="{56EB2B63-7A3B-4B07-8C51-95AAE4CFDC78}" presName="spaceRect" presStyleCnt="0"/>
      <dgm:spPr/>
    </dgm:pt>
    <dgm:pt modelId="{ED76FD86-B034-4624-8FE6-3D8A51A312B2}" type="pres">
      <dgm:prSet presAssocID="{56EB2B63-7A3B-4B07-8C51-95AAE4CFDC78}" presName="parTx" presStyleLbl="revTx" presStyleIdx="1" presStyleCnt="3">
        <dgm:presLayoutVars>
          <dgm:chMax val="0"/>
          <dgm:chPref val="0"/>
        </dgm:presLayoutVars>
      </dgm:prSet>
      <dgm:spPr/>
    </dgm:pt>
    <dgm:pt modelId="{F4A99D7A-7501-4DD1-B751-069AC1368B10}" type="pres">
      <dgm:prSet presAssocID="{93E783E6-62AA-4BC1-A0B9-375908D28E45}" presName="sibTrans" presStyleCnt="0"/>
      <dgm:spPr/>
    </dgm:pt>
    <dgm:pt modelId="{0CE404FC-E2D0-49C6-A9E3-5C7542471397}" type="pres">
      <dgm:prSet presAssocID="{0475A1B3-C65C-4172-834A-8A53C6F41A04}" presName="compNode" presStyleCnt="0"/>
      <dgm:spPr/>
    </dgm:pt>
    <dgm:pt modelId="{80761694-D297-4BAB-9C9A-A5127F79D96A}" type="pres">
      <dgm:prSet presAssocID="{0475A1B3-C65C-4172-834A-8A53C6F41A04}" presName="bgRect" presStyleLbl="bgShp" presStyleIdx="2" presStyleCnt="3"/>
      <dgm:spPr/>
    </dgm:pt>
    <dgm:pt modelId="{9B6AC887-C49F-456D-A06B-D47E3CAC4327}" type="pres">
      <dgm:prSet presAssocID="{0475A1B3-C65C-4172-834A-8A53C6F41A0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58D68C96-CDBD-41A8-A5F8-E08D6C670588}" type="pres">
      <dgm:prSet presAssocID="{0475A1B3-C65C-4172-834A-8A53C6F41A04}" presName="spaceRect" presStyleCnt="0"/>
      <dgm:spPr/>
    </dgm:pt>
    <dgm:pt modelId="{46743817-0074-4CB5-B4B6-F792BB3B1839}" type="pres">
      <dgm:prSet presAssocID="{0475A1B3-C65C-4172-834A-8A53C6F41A0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7FCD62-8798-4C6F-ADA3-B015DB6EA7D7}" srcId="{5E084EB4-EF17-4453-A5B3-759D335E5F9D}" destId="{56EB2B63-7A3B-4B07-8C51-95AAE4CFDC78}" srcOrd="1" destOrd="0" parTransId="{2B33F6EA-A06F-4FD4-85F6-A3C7DEDAAE15}" sibTransId="{93E783E6-62AA-4BC1-A0B9-375908D28E45}"/>
    <dgm:cxn modelId="{2BD5996A-E2FE-4460-AD7E-D02E16F3B5BF}" type="presOf" srcId="{8F77A84C-CD8A-4356-816A-97AC22F5D37F}" destId="{FF12F403-AEA4-4E2B-A126-54219AA2292B}" srcOrd="0" destOrd="0" presId="urn:microsoft.com/office/officeart/2018/2/layout/IconVerticalSolidList"/>
    <dgm:cxn modelId="{E0580F9F-7868-42AC-9269-C2C3E6B5E924}" type="presOf" srcId="{0475A1B3-C65C-4172-834A-8A53C6F41A04}" destId="{46743817-0074-4CB5-B4B6-F792BB3B1839}" srcOrd="0" destOrd="0" presId="urn:microsoft.com/office/officeart/2018/2/layout/IconVerticalSolidList"/>
    <dgm:cxn modelId="{4E649AA9-9702-4EA9-9755-B4BF37D0EE92}" srcId="{5E084EB4-EF17-4453-A5B3-759D335E5F9D}" destId="{8F77A84C-CD8A-4356-816A-97AC22F5D37F}" srcOrd="0" destOrd="0" parTransId="{E0E22E82-AE22-4BDE-91C7-71FB3AF99410}" sibTransId="{E1F777AD-75F0-4730-8B1E-A6EAD1269952}"/>
    <dgm:cxn modelId="{CF54AEB7-0910-477B-B778-808E4BFD75C9}" type="presOf" srcId="{5E084EB4-EF17-4453-A5B3-759D335E5F9D}" destId="{B8451CF1-D438-44CA-8A5C-289475AD718C}" srcOrd="0" destOrd="0" presId="urn:microsoft.com/office/officeart/2018/2/layout/IconVerticalSolidList"/>
    <dgm:cxn modelId="{74D36BD6-3E44-4814-96A8-9BC819251CD4}" type="presOf" srcId="{56EB2B63-7A3B-4B07-8C51-95AAE4CFDC78}" destId="{ED76FD86-B034-4624-8FE6-3D8A51A312B2}" srcOrd="0" destOrd="0" presId="urn:microsoft.com/office/officeart/2018/2/layout/IconVerticalSolidList"/>
    <dgm:cxn modelId="{FC4330D8-1280-45D9-8469-0C48F74ECB8E}" srcId="{5E084EB4-EF17-4453-A5B3-759D335E5F9D}" destId="{0475A1B3-C65C-4172-834A-8A53C6F41A04}" srcOrd="2" destOrd="0" parTransId="{98D19901-2DC1-487F-A727-06C847AC4552}" sibTransId="{9CD5CE52-C58B-4470-97F3-4FFCC237FCE6}"/>
    <dgm:cxn modelId="{44C30345-F3D9-44CC-A279-2E7A8DDFC3AF}" type="presParOf" srcId="{B8451CF1-D438-44CA-8A5C-289475AD718C}" destId="{2CFBC732-F158-4B12-9023-8B65DD1EA9C1}" srcOrd="0" destOrd="0" presId="urn:microsoft.com/office/officeart/2018/2/layout/IconVerticalSolidList"/>
    <dgm:cxn modelId="{1156E83E-2319-4824-A1B4-6A89C935A7ED}" type="presParOf" srcId="{2CFBC732-F158-4B12-9023-8B65DD1EA9C1}" destId="{4D9D223C-3408-438A-829A-C1CB093AA951}" srcOrd="0" destOrd="0" presId="urn:microsoft.com/office/officeart/2018/2/layout/IconVerticalSolidList"/>
    <dgm:cxn modelId="{16ED2050-695F-4B0A-979C-2E4863E4F3AC}" type="presParOf" srcId="{2CFBC732-F158-4B12-9023-8B65DD1EA9C1}" destId="{FD9F5C6D-435D-4D77-98DD-FF1083315DDF}" srcOrd="1" destOrd="0" presId="urn:microsoft.com/office/officeart/2018/2/layout/IconVerticalSolidList"/>
    <dgm:cxn modelId="{34D226D5-0FB7-4C40-934D-D550AA923329}" type="presParOf" srcId="{2CFBC732-F158-4B12-9023-8B65DD1EA9C1}" destId="{45ECAA66-F2B6-4F19-8155-975A018E53E8}" srcOrd="2" destOrd="0" presId="urn:microsoft.com/office/officeart/2018/2/layout/IconVerticalSolidList"/>
    <dgm:cxn modelId="{3F69DD19-9836-452A-A5B1-91BD91989BBC}" type="presParOf" srcId="{2CFBC732-F158-4B12-9023-8B65DD1EA9C1}" destId="{FF12F403-AEA4-4E2B-A126-54219AA2292B}" srcOrd="3" destOrd="0" presId="urn:microsoft.com/office/officeart/2018/2/layout/IconVerticalSolidList"/>
    <dgm:cxn modelId="{368BC998-F49F-4966-8757-99B906D5E261}" type="presParOf" srcId="{B8451CF1-D438-44CA-8A5C-289475AD718C}" destId="{C8A388D5-C625-4674-BC4E-756C5599810B}" srcOrd="1" destOrd="0" presId="urn:microsoft.com/office/officeart/2018/2/layout/IconVerticalSolidList"/>
    <dgm:cxn modelId="{D1D87476-88FB-48DF-9982-CE5D0E23E6B4}" type="presParOf" srcId="{B8451CF1-D438-44CA-8A5C-289475AD718C}" destId="{D9B589D2-E796-4656-BC0F-7D49369C6BED}" srcOrd="2" destOrd="0" presId="urn:microsoft.com/office/officeart/2018/2/layout/IconVerticalSolidList"/>
    <dgm:cxn modelId="{36B9DEE6-C027-43D3-B7DB-B4A884AABB39}" type="presParOf" srcId="{D9B589D2-E796-4656-BC0F-7D49369C6BED}" destId="{41ED6A62-773D-4B0E-AD35-C0A896E49F6F}" srcOrd="0" destOrd="0" presId="urn:microsoft.com/office/officeart/2018/2/layout/IconVerticalSolidList"/>
    <dgm:cxn modelId="{8CBC2B9F-901A-43B5-A1D3-B3450FB8A89C}" type="presParOf" srcId="{D9B589D2-E796-4656-BC0F-7D49369C6BED}" destId="{39935C1B-3E3E-49B1-ADAE-44426D9CFD5E}" srcOrd="1" destOrd="0" presId="urn:microsoft.com/office/officeart/2018/2/layout/IconVerticalSolidList"/>
    <dgm:cxn modelId="{FC114DF2-99DB-424F-B392-8FAE148DC73B}" type="presParOf" srcId="{D9B589D2-E796-4656-BC0F-7D49369C6BED}" destId="{2E6797FF-58A7-449D-9410-BD8039AAE996}" srcOrd="2" destOrd="0" presId="urn:microsoft.com/office/officeart/2018/2/layout/IconVerticalSolidList"/>
    <dgm:cxn modelId="{04560231-A235-4B79-B159-04F9993BCD62}" type="presParOf" srcId="{D9B589D2-E796-4656-BC0F-7D49369C6BED}" destId="{ED76FD86-B034-4624-8FE6-3D8A51A312B2}" srcOrd="3" destOrd="0" presId="urn:microsoft.com/office/officeart/2018/2/layout/IconVerticalSolidList"/>
    <dgm:cxn modelId="{5A861FAD-85B8-4921-BD9B-331B412B1FBD}" type="presParOf" srcId="{B8451CF1-D438-44CA-8A5C-289475AD718C}" destId="{F4A99D7A-7501-4DD1-B751-069AC1368B10}" srcOrd="3" destOrd="0" presId="urn:microsoft.com/office/officeart/2018/2/layout/IconVerticalSolidList"/>
    <dgm:cxn modelId="{8014D915-08F0-4DAC-AF9B-CE85E8895D61}" type="presParOf" srcId="{B8451CF1-D438-44CA-8A5C-289475AD718C}" destId="{0CE404FC-E2D0-49C6-A9E3-5C7542471397}" srcOrd="4" destOrd="0" presId="urn:microsoft.com/office/officeart/2018/2/layout/IconVerticalSolidList"/>
    <dgm:cxn modelId="{92279BAF-E370-42E6-BBB7-C639B400AF52}" type="presParOf" srcId="{0CE404FC-E2D0-49C6-A9E3-5C7542471397}" destId="{80761694-D297-4BAB-9C9A-A5127F79D96A}" srcOrd="0" destOrd="0" presId="urn:microsoft.com/office/officeart/2018/2/layout/IconVerticalSolidList"/>
    <dgm:cxn modelId="{BFD86129-4BEC-4391-88AB-B160E1D67340}" type="presParOf" srcId="{0CE404FC-E2D0-49C6-A9E3-5C7542471397}" destId="{9B6AC887-C49F-456D-A06B-D47E3CAC4327}" srcOrd="1" destOrd="0" presId="urn:microsoft.com/office/officeart/2018/2/layout/IconVerticalSolidList"/>
    <dgm:cxn modelId="{5CE04C59-C965-4767-9247-6BABE65E070D}" type="presParOf" srcId="{0CE404FC-E2D0-49C6-A9E3-5C7542471397}" destId="{58D68C96-CDBD-41A8-A5F8-E08D6C670588}" srcOrd="2" destOrd="0" presId="urn:microsoft.com/office/officeart/2018/2/layout/IconVerticalSolidList"/>
    <dgm:cxn modelId="{3BCA18E3-8772-442A-912A-8FF69B77CC87}" type="presParOf" srcId="{0CE404FC-E2D0-49C6-A9E3-5C7542471397}" destId="{46743817-0074-4CB5-B4B6-F792BB3B18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835EA7-6CA5-492F-956B-4B1F22EE6E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D72047D-81B1-4A07-9B83-14EDEE74AFBF}">
      <dgm:prSet/>
      <dgm:spPr/>
      <dgm:t>
        <a:bodyPr/>
        <a:lstStyle/>
        <a:p>
          <a:r>
            <a:rPr lang="en-US"/>
            <a:t>Multiple suspicious .exe files were found on the Image file. </a:t>
          </a:r>
        </a:p>
      </dgm:t>
    </dgm:pt>
    <dgm:pt modelId="{3943EAFC-A166-42E9-85A1-FDFF7CDA6B89}" type="parTrans" cxnId="{570F96D9-CD6C-4E0B-9F12-F7B272094803}">
      <dgm:prSet/>
      <dgm:spPr/>
      <dgm:t>
        <a:bodyPr/>
        <a:lstStyle/>
        <a:p>
          <a:endParaRPr lang="en-US"/>
        </a:p>
      </dgm:t>
    </dgm:pt>
    <dgm:pt modelId="{8B538053-2071-4868-AFEE-CBE58947F837}" type="sibTrans" cxnId="{570F96D9-CD6C-4E0B-9F12-F7B272094803}">
      <dgm:prSet/>
      <dgm:spPr/>
      <dgm:t>
        <a:bodyPr/>
        <a:lstStyle/>
        <a:p>
          <a:endParaRPr lang="en-US"/>
        </a:p>
      </dgm:t>
    </dgm:pt>
    <dgm:pt modelId="{308EBFAA-906C-4961-BF57-B0F6A62227E7}">
      <dgm:prSet/>
      <dgm:spPr/>
      <dgm:t>
        <a:bodyPr/>
        <a:lstStyle/>
        <a:p>
          <a:r>
            <a:rPr lang="en-US"/>
            <a:t>Multiple .exes would found on the memory dump file.  </a:t>
          </a:r>
        </a:p>
      </dgm:t>
    </dgm:pt>
    <dgm:pt modelId="{EA7CA146-D3B4-43DE-A975-8EE4AB403B99}" type="parTrans" cxnId="{565D98F0-C86A-487C-A821-C126FD78C54C}">
      <dgm:prSet/>
      <dgm:spPr/>
      <dgm:t>
        <a:bodyPr/>
        <a:lstStyle/>
        <a:p>
          <a:endParaRPr lang="en-US"/>
        </a:p>
      </dgm:t>
    </dgm:pt>
    <dgm:pt modelId="{EBA241EC-4C5C-4854-BC25-979660FECC46}" type="sibTrans" cxnId="{565D98F0-C86A-487C-A821-C126FD78C54C}">
      <dgm:prSet/>
      <dgm:spPr/>
      <dgm:t>
        <a:bodyPr/>
        <a:lstStyle/>
        <a:p>
          <a:endParaRPr lang="en-US"/>
        </a:p>
      </dgm:t>
    </dgm:pt>
    <dgm:pt modelId="{7A6A580A-5359-4C50-8A36-C307AD60D61E}">
      <dgm:prSet/>
      <dgm:spPr/>
      <dgm:t>
        <a:bodyPr/>
        <a:lstStyle/>
        <a:p>
          <a:r>
            <a:rPr lang="en-US"/>
            <a:t>Suspicious .exe called parsec-windows.exe was ran through </a:t>
          </a:r>
          <a:r>
            <a:rPr lang="en-US" b="1"/>
            <a:t>VirusTotal</a:t>
          </a:r>
          <a:r>
            <a:rPr lang="en-US"/>
            <a:t> and flagged as malware. </a:t>
          </a:r>
        </a:p>
      </dgm:t>
    </dgm:pt>
    <dgm:pt modelId="{4DC9B4BB-4FAB-47A5-B59A-C4F66531EF70}" type="parTrans" cxnId="{8BB935A0-0623-41C0-9608-EDD15A72F13F}">
      <dgm:prSet/>
      <dgm:spPr/>
      <dgm:t>
        <a:bodyPr/>
        <a:lstStyle/>
        <a:p>
          <a:endParaRPr lang="en-US"/>
        </a:p>
      </dgm:t>
    </dgm:pt>
    <dgm:pt modelId="{6843A277-6FB4-41E8-A410-B944917792E5}" type="sibTrans" cxnId="{8BB935A0-0623-41C0-9608-EDD15A72F13F}">
      <dgm:prSet/>
      <dgm:spPr/>
      <dgm:t>
        <a:bodyPr/>
        <a:lstStyle/>
        <a:p>
          <a:endParaRPr lang="en-US"/>
        </a:p>
      </dgm:t>
    </dgm:pt>
    <dgm:pt modelId="{D4B07FB9-DD20-45BF-B4E9-762C3D9A7084}" type="pres">
      <dgm:prSet presAssocID="{13835EA7-6CA5-492F-956B-4B1F22EE6E24}" presName="root" presStyleCnt="0">
        <dgm:presLayoutVars>
          <dgm:dir/>
          <dgm:resizeHandles val="exact"/>
        </dgm:presLayoutVars>
      </dgm:prSet>
      <dgm:spPr/>
    </dgm:pt>
    <dgm:pt modelId="{7D0DBA93-94C5-40B9-9C33-9A5393AFB1BF}" type="pres">
      <dgm:prSet presAssocID="{5D72047D-81B1-4A07-9B83-14EDEE74AFBF}" presName="compNode" presStyleCnt="0"/>
      <dgm:spPr/>
    </dgm:pt>
    <dgm:pt modelId="{0A4B1E3E-AF8F-43CC-AC86-2B0EC9571B8D}" type="pres">
      <dgm:prSet presAssocID="{5D72047D-81B1-4A07-9B83-14EDEE74AFBF}" presName="bgRect" presStyleLbl="bgShp" presStyleIdx="0" presStyleCnt="3"/>
      <dgm:spPr/>
    </dgm:pt>
    <dgm:pt modelId="{A4872462-184A-4A4F-BA44-76DD4CB00E9C}" type="pres">
      <dgm:prSet presAssocID="{5D72047D-81B1-4A07-9B83-14EDEE74AFB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7800AA6D-2ADA-4014-B7BA-1FC7B1F4AD89}" type="pres">
      <dgm:prSet presAssocID="{5D72047D-81B1-4A07-9B83-14EDEE74AFBF}" presName="spaceRect" presStyleCnt="0"/>
      <dgm:spPr/>
    </dgm:pt>
    <dgm:pt modelId="{22991F6A-09D5-4C98-8448-19AAFFACCBD4}" type="pres">
      <dgm:prSet presAssocID="{5D72047D-81B1-4A07-9B83-14EDEE74AFBF}" presName="parTx" presStyleLbl="revTx" presStyleIdx="0" presStyleCnt="3">
        <dgm:presLayoutVars>
          <dgm:chMax val="0"/>
          <dgm:chPref val="0"/>
        </dgm:presLayoutVars>
      </dgm:prSet>
      <dgm:spPr/>
    </dgm:pt>
    <dgm:pt modelId="{273CB232-FA17-41BC-816C-B41D6F2FF137}" type="pres">
      <dgm:prSet presAssocID="{8B538053-2071-4868-AFEE-CBE58947F837}" presName="sibTrans" presStyleCnt="0"/>
      <dgm:spPr/>
    </dgm:pt>
    <dgm:pt modelId="{956A9857-C06F-4552-B8A1-B57A9D7F5E5A}" type="pres">
      <dgm:prSet presAssocID="{308EBFAA-906C-4961-BF57-B0F6A62227E7}" presName="compNode" presStyleCnt="0"/>
      <dgm:spPr/>
    </dgm:pt>
    <dgm:pt modelId="{664A2907-7C50-4680-A92C-2284B952A03C}" type="pres">
      <dgm:prSet presAssocID="{308EBFAA-906C-4961-BF57-B0F6A62227E7}" presName="bgRect" presStyleLbl="bgShp" presStyleIdx="1" presStyleCnt="3"/>
      <dgm:spPr/>
    </dgm:pt>
    <dgm:pt modelId="{BC9D40D2-CA66-4C0D-BFB8-083AD7C94038}" type="pres">
      <dgm:prSet presAssocID="{308EBFAA-906C-4961-BF57-B0F6A62227E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5CFB04F5-F55D-4201-B4F9-B168C62B20AD}" type="pres">
      <dgm:prSet presAssocID="{308EBFAA-906C-4961-BF57-B0F6A62227E7}" presName="spaceRect" presStyleCnt="0"/>
      <dgm:spPr/>
    </dgm:pt>
    <dgm:pt modelId="{72C6EA37-82E3-42C2-8F6A-8E3285405CDB}" type="pres">
      <dgm:prSet presAssocID="{308EBFAA-906C-4961-BF57-B0F6A62227E7}" presName="parTx" presStyleLbl="revTx" presStyleIdx="1" presStyleCnt="3">
        <dgm:presLayoutVars>
          <dgm:chMax val="0"/>
          <dgm:chPref val="0"/>
        </dgm:presLayoutVars>
      </dgm:prSet>
      <dgm:spPr/>
    </dgm:pt>
    <dgm:pt modelId="{D413D145-F14B-4527-8025-DF9414471462}" type="pres">
      <dgm:prSet presAssocID="{EBA241EC-4C5C-4854-BC25-979660FECC46}" presName="sibTrans" presStyleCnt="0"/>
      <dgm:spPr/>
    </dgm:pt>
    <dgm:pt modelId="{19DEBC40-C398-4BF2-931F-8F6BB5E7C888}" type="pres">
      <dgm:prSet presAssocID="{7A6A580A-5359-4C50-8A36-C307AD60D61E}" presName="compNode" presStyleCnt="0"/>
      <dgm:spPr/>
    </dgm:pt>
    <dgm:pt modelId="{C10FAAD9-F692-40F0-828D-07A0CC15909F}" type="pres">
      <dgm:prSet presAssocID="{7A6A580A-5359-4C50-8A36-C307AD60D61E}" presName="bgRect" presStyleLbl="bgShp" presStyleIdx="2" presStyleCnt="3"/>
      <dgm:spPr/>
    </dgm:pt>
    <dgm:pt modelId="{F2F6D2AC-2751-413B-9469-5032AE9B2310}" type="pres">
      <dgm:prSet presAssocID="{7A6A580A-5359-4C50-8A36-C307AD60D61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y bug"/>
        </a:ext>
      </dgm:extLst>
    </dgm:pt>
    <dgm:pt modelId="{D5B269A3-EDF1-48A9-BCED-673A076597E2}" type="pres">
      <dgm:prSet presAssocID="{7A6A580A-5359-4C50-8A36-C307AD60D61E}" presName="spaceRect" presStyleCnt="0"/>
      <dgm:spPr/>
    </dgm:pt>
    <dgm:pt modelId="{F27D36B4-161A-44F6-B939-F296B92FA8DB}" type="pres">
      <dgm:prSet presAssocID="{7A6A580A-5359-4C50-8A36-C307AD60D61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B5FA382-9483-412C-B3B8-87A1FFAD2CCE}" type="presOf" srcId="{5D72047D-81B1-4A07-9B83-14EDEE74AFBF}" destId="{22991F6A-09D5-4C98-8448-19AAFFACCBD4}" srcOrd="0" destOrd="0" presId="urn:microsoft.com/office/officeart/2018/2/layout/IconVerticalSolidList"/>
    <dgm:cxn modelId="{8BB935A0-0623-41C0-9608-EDD15A72F13F}" srcId="{13835EA7-6CA5-492F-956B-4B1F22EE6E24}" destId="{7A6A580A-5359-4C50-8A36-C307AD60D61E}" srcOrd="2" destOrd="0" parTransId="{4DC9B4BB-4FAB-47A5-B59A-C4F66531EF70}" sibTransId="{6843A277-6FB4-41E8-A410-B944917792E5}"/>
    <dgm:cxn modelId="{D3776AAC-EFE9-4A23-B111-77F89ABD7899}" type="presOf" srcId="{7A6A580A-5359-4C50-8A36-C307AD60D61E}" destId="{F27D36B4-161A-44F6-B939-F296B92FA8DB}" srcOrd="0" destOrd="0" presId="urn:microsoft.com/office/officeart/2018/2/layout/IconVerticalSolidList"/>
    <dgm:cxn modelId="{570F96D9-CD6C-4E0B-9F12-F7B272094803}" srcId="{13835EA7-6CA5-492F-956B-4B1F22EE6E24}" destId="{5D72047D-81B1-4A07-9B83-14EDEE74AFBF}" srcOrd="0" destOrd="0" parTransId="{3943EAFC-A166-42E9-85A1-FDFF7CDA6B89}" sibTransId="{8B538053-2071-4868-AFEE-CBE58947F837}"/>
    <dgm:cxn modelId="{8594B4EF-6F3D-46A3-8D59-FBD6A94378EE}" type="presOf" srcId="{308EBFAA-906C-4961-BF57-B0F6A62227E7}" destId="{72C6EA37-82E3-42C2-8F6A-8E3285405CDB}" srcOrd="0" destOrd="0" presId="urn:microsoft.com/office/officeart/2018/2/layout/IconVerticalSolidList"/>
    <dgm:cxn modelId="{565D98F0-C86A-487C-A821-C126FD78C54C}" srcId="{13835EA7-6CA5-492F-956B-4B1F22EE6E24}" destId="{308EBFAA-906C-4961-BF57-B0F6A62227E7}" srcOrd="1" destOrd="0" parTransId="{EA7CA146-D3B4-43DE-A975-8EE4AB403B99}" sibTransId="{EBA241EC-4C5C-4854-BC25-979660FECC46}"/>
    <dgm:cxn modelId="{9B807BFC-D677-46B2-8AB0-CE45A543D4A8}" type="presOf" srcId="{13835EA7-6CA5-492F-956B-4B1F22EE6E24}" destId="{D4B07FB9-DD20-45BF-B4E9-762C3D9A7084}" srcOrd="0" destOrd="0" presId="urn:microsoft.com/office/officeart/2018/2/layout/IconVerticalSolidList"/>
    <dgm:cxn modelId="{E6E078C9-88F9-4B9F-9D7B-363B39574E93}" type="presParOf" srcId="{D4B07FB9-DD20-45BF-B4E9-762C3D9A7084}" destId="{7D0DBA93-94C5-40B9-9C33-9A5393AFB1BF}" srcOrd="0" destOrd="0" presId="urn:microsoft.com/office/officeart/2018/2/layout/IconVerticalSolidList"/>
    <dgm:cxn modelId="{CC6AF2C6-089B-467F-90CD-4398BAF2C2C8}" type="presParOf" srcId="{7D0DBA93-94C5-40B9-9C33-9A5393AFB1BF}" destId="{0A4B1E3E-AF8F-43CC-AC86-2B0EC9571B8D}" srcOrd="0" destOrd="0" presId="urn:microsoft.com/office/officeart/2018/2/layout/IconVerticalSolidList"/>
    <dgm:cxn modelId="{6115E821-5552-43B3-B3DA-D60F7B4F1AE6}" type="presParOf" srcId="{7D0DBA93-94C5-40B9-9C33-9A5393AFB1BF}" destId="{A4872462-184A-4A4F-BA44-76DD4CB00E9C}" srcOrd="1" destOrd="0" presId="urn:microsoft.com/office/officeart/2018/2/layout/IconVerticalSolidList"/>
    <dgm:cxn modelId="{20634233-24C8-48FD-B946-B4B87FD6A008}" type="presParOf" srcId="{7D0DBA93-94C5-40B9-9C33-9A5393AFB1BF}" destId="{7800AA6D-2ADA-4014-B7BA-1FC7B1F4AD89}" srcOrd="2" destOrd="0" presId="urn:microsoft.com/office/officeart/2018/2/layout/IconVerticalSolidList"/>
    <dgm:cxn modelId="{D550E0C2-9DA3-436F-ABDF-477FF722A508}" type="presParOf" srcId="{7D0DBA93-94C5-40B9-9C33-9A5393AFB1BF}" destId="{22991F6A-09D5-4C98-8448-19AAFFACCBD4}" srcOrd="3" destOrd="0" presId="urn:microsoft.com/office/officeart/2018/2/layout/IconVerticalSolidList"/>
    <dgm:cxn modelId="{0841F20A-922F-444F-9009-74E78824359A}" type="presParOf" srcId="{D4B07FB9-DD20-45BF-B4E9-762C3D9A7084}" destId="{273CB232-FA17-41BC-816C-B41D6F2FF137}" srcOrd="1" destOrd="0" presId="urn:microsoft.com/office/officeart/2018/2/layout/IconVerticalSolidList"/>
    <dgm:cxn modelId="{0ABA06A0-E48A-4628-9475-2262BA39A755}" type="presParOf" srcId="{D4B07FB9-DD20-45BF-B4E9-762C3D9A7084}" destId="{956A9857-C06F-4552-B8A1-B57A9D7F5E5A}" srcOrd="2" destOrd="0" presId="urn:microsoft.com/office/officeart/2018/2/layout/IconVerticalSolidList"/>
    <dgm:cxn modelId="{8B767E76-098E-4C6A-9656-4EE2A783D9FB}" type="presParOf" srcId="{956A9857-C06F-4552-B8A1-B57A9D7F5E5A}" destId="{664A2907-7C50-4680-A92C-2284B952A03C}" srcOrd="0" destOrd="0" presId="urn:microsoft.com/office/officeart/2018/2/layout/IconVerticalSolidList"/>
    <dgm:cxn modelId="{90E3F5C0-3383-4569-B54E-B4CF991E3C7A}" type="presParOf" srcId="{956A9857-C06F-4552-B8A1-B57A9D7F5E5A}" destId="{BC9D40D2-CA66-4C0D-BFB8-083AD7C94038}" srcOrd="1" destOrd="0" presId="urn:microsoft.com/office/officeart/2018/2/layout/IconVerticalSolidList"/>
    <dgm:cxn modelId="{B07C3CE2-33F6-4837-8A0B-2EB8A38B88D2}" type="presParOf" srcId="{956A9857-C06F-4552-B8A1-B57A9D7F5E5A}" destId="{5CFB04F5-F55D-4201-B4F9-B168C62B20AD}" srcOrd="2" destOrd="0" presId="urn:microsoft.com/office/officeart/2018/2/layout/IconVerticalSolidList"/>
    <dgm:cxn modelId="{EE96C9FC-6F25-4596-A164-5C414F6F1E20}" type="presParOf" srcId="{956A9857-C06F-4552-B8A1-B57A9D7F5E5A}" destId="{72C6EA37-82E3-42C2-8F6A-8E3285405CDB}" srcOrd="3" destOrd="0" presId="urn:microsoft.com/office/officeart/2018/2/layout/IconVerticalSolidList"/>
    <dgm:cxn modelId="{5A55C0C3-B7DA-428D-B149-3530B115AFB2}" type="presParOf" srcId="{D4B07FB9-DD20-45BF-B4E9-762C3D9A7084}" destId="{D413D145-F14B-4527-8025-DF9414471462}" srcOrd="3" destOrd="0" presId="urn:microsoft.com/office/officeart/2018/2/layout/IconVerticalSolidList"/>
    <dgm:cxn modelId="{D13DC8BE-2BE4-4A06-ABF1-73573AC16CCD}" type="presParOf" srcId="{D4B07FB9-DD20-45BF-B4E9-762C3D9A7084}" destId="{19DEBC40-C398-4BF2-931F-8F6BB5E7C888}" srcOrd="4" destOrd="0" presId="urn:microsoft.com/office/officeart/2018/2/layout/IconVerticalSolidList"/>
    <dgm:cxn modelId="{8510E598-6607-4251-8B9F-AA8080D53F04}" type="presParOf" srcId="{19DEBC40-C398-4BF2-931F-8F6BB5E7C888}" destId="{C10FAAD9-F692-40F0-828D-07A0CC15909F}" srcOrd="0" destOrd="0" presId="urn:microsoft.com/office/officeart/2018/2/layout/IconVerticalSolidList"/>
    <dgm:cxn modelId="{A32FE5CA-097B-46D8-99E5-C79E2A639E64}" type="presParOf" srcId="{19DEBC40-C398-4BF2-931F-8F6BB5E7C888}" destId="{F2F6D2AC-2751-413B-9469-5032AE9B2310}" srcOrd="1" destOrd="0" presId="urn:microsoft.com/office/officeart/2018/2/layout/IconVerticalSolidList"/>
    <dgm:cxn modelId="{17F98E59-18A1-4D56-B2C7-21F69805CC39}" type="presParOf" srcId="{19DEBC40-C398-4BF2-931F-8F6BB5E7C888}" destId="{D5B269A3-EDF1-48A9-BCED-673A076597E2}" srcOrd="2" destOrd="0" presId="urn:microsoft.com/office/officeart/2018/2/layout/IconVerticalSolidList"/>
    <dgm:cxn modelId="{C75727D9-C6A1-4C34-8AE1-978EA771E8B2}" type="presParOf" srcId="{19DEBC40-C398-4BF2-931F-8F6BB5E7C888}" destId="{F27D36B4-161A-44F6-B939-F296B92FA8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0DAAA4-7F6B-44EC-8BF3-5A5790B7FDC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9C1D3D5-DC33-44F6-AC45-0D13E734E4ED}">
      <dgm:prSet/>
      <dgm:spPr/>
      <dgm:t>
        <a:bodyPr/>
        <a:lstStyle/>
        <a:p>
          <a:r>
            <a:rPr lang="en-US"/>
            <a:t>This investigation concluded that the system was compromised after downloading the parsec-windows.exe unauthorized file from the internet. </a:t>
          </a:r>
        </a:p>
      </dgm:t>
    </dgm:pt>
    <dgm:pt modelId="{5720A82B-37C7-4235-A64C-E74FCB81EDDF}" type="parTrans" cxnId="{B4B8BE55-80B2-4AF9-81DC-AE0D2C0B6B76}">
      <dgm:prSet/>
      <dgm:spPr/>
      <dgm:t>
        <a:bodyPr/>
        <a:lstStyle/>
        <a:p>
          <a:endParaRPr lang="en-US"/>
        </a:p>
      </dgm:t>
    </dgm:pt>
    <dgm:pt modelId="{C88AD7A4-65CB-43EB-AD85-8941499F22C0}" type="sibTrans" cxnId="{B4B8BE55-80B2-4AF9-81DC-AE0D2C0B6B76}">
      <dgm:prSet/>
      <dgm:spPr/>
      <dgm:t>
        <a:bodyPr/>
        <a:lstStyle/>
        <a:p>
          <a:endParaRPr lang="en-US"/>
        </a:p>
      </dgm:t>
    </dgm:pt>
    <dgm:pt modelId="{6D8710B2-E030-478B-8C7B-E4476F235D7F}">
      <dgm:prSet/>
      <dgm:spPr/>
      <dgm:t>
        <a:bodyPr/>
        <a:lstStyle/>
        <a:p>
          <a:r>
            <a:rPr lang="en-US"/>
            <a:t>The VirusTotal Flag and presence of suspicious files and .exe files led to this conclusion. </a:t>
          </a:r>
        </a:p>
      </dgm:t>
    </dgm:pt>
    <dgm:pt modelId="{3BE1CAEE-7EB2-4C48-AFA7-40970B8AFED5}" type="parTrans" cxnId="{5A8D54FD-6298-4547-AD2E-1AD6023437E7}">
      <dgm:prSet/>
      <dgm:spPr/>
      <dgm:t>
        <a:bodyPr/>
        <a:lstStyle/>
        <a:p>
          <a:endParaRPr lang="en-US"/>
        </a:p>
      </dgm:t>
    </dgm:pt>
    <dgm:pt modelId="{90FF18CE-33B1-4B4C-8483-F62206B59972}" type="sibTrans" cxnId="{5A8D54FD-6298-4547-AD2E-1AD6023437E7}">
      <dgm:prSet/>
      <dgm:spPr/>
      <dgm:t>
        <a:bodyPr/>
        <a:lstStyle/>
        <a:p>
          <a:endParaRPr lang="en-US"/>
        </a:p>
      </dgm:t>
    </dgm:pt>
    <dgm:pt modelId="{794850E0-B597-4739-904B-8FC697504CD5}" type="pres">
      <dgm:prSet presAssocID="{EB0DAAA4-7F6B-44EC-8BF3-5A5790B7FDC5}" presName="linear" presStyleCnt="0">
        <dgm:presLayoutVars>
          <dgm:animLvl val="lvl"/>
          <dgm:resizeHandles val="exact"/>
        </dgm:presLayoutVars>
      </dgm:prSet>
      <dgm:spPr/>
    </dgm:pt>
    <dgm:pt modelId="{4756DAB1-93E5-4421-95C4-2E3DE5654119}" type="pres">
      <dgm:prSet presAssocID="{A9C1D3D5-DC33-44F6-AC45-0D13E734E4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C6F28BE-05EB-4646-848C-5B87D3371E36}" type="pres">
      <dgm:prSet presAssocID="{C88AD7A4-65CB-43EB-AD85-8941499F22C0}" presName="spacer" presStyleCnt="0"/>
      <dgm:spPr/>
    </dgm:pt>
    <dgm:pt modelId="{8D4FB383-B559-416D-A1AE-1F59C8FC39B7}" type="pres">
      <dgm:prSet presAssocID="{6D8710B2-E030-478B-8C7B-E4476F235D7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20F5017-2431-42BB-A917-CCD0FAD1FE4B}" type="presOf" srcId="{EB0DAAA4-7F6B-44EC-8BF3-5A5790B7FDC5}" destId="{794850E0-B597-4739-904B-8FC697504CD5}" srcOrd="0" destOrd="0" presId="urn:microsoft.com/office/officeart/2005/8/layout/vList2"/>
    <dgm:cxn modelId="{B4B8BE55-80B2-4AF9-81DC-AE0D2C0B6B76}" srcId="{EB0DAAA4-7F6B-44EC-8BF3-5A5790B7FDC5}" destId="{A9C1D3D5-DC33-44F6-AC45-0D13E734E4ED}" srcOrd="0" destOrd="0" parTransId="{5720A82B-37C7-4235-A64C-E74FCB81EDDF}" sibTransId="{C88AD7A4-65CB-43EB-AD85-8941499F22C0}"/>
    <dgm:cxn modelId="{87721F84-D223-4C6F-B603-21E9EC593BD9}" type="presOf" srcId="{6D8710B2-E030-478B-8C7B-E4476F235D7F}" destId="{8D4FB383-B559-416D-A1AE-1F59C8FC39B7}" srcOrd="0" destOrd="0" presId="urn:microsoft.com/office/officeart/2005/8/layout/vList2"/>
    <dgm:cxn modelId="{1D847B92-002B-4E18-9331-B16C07A8D62D}" type="presOf" srcId="{A9C1D3D5-DC33-44F6-AC45-0D13E734E4ED}" destId="{4756DAB1-93E5-4421-95C4-2E3DE5654119}" srcOrd="0" destOrd="0" presId="urn:microsoft.com/office/officeart/2005/8/layout/vList2"/>
    <dgm:cxn modelId="{5A8D54FD-6298-4547-AD2E-1AD6023437E7}" srcId="{EB0DAAA4-7F6B-44EC-8BF3-5A5790B7FDC5}" destId="{6D8710B2-E030-478B-8C7B-E4476F235D7F}" srcOrd="1" destOrd="0" parTransId="{3BE1CAEE-7EB2-4C48-AFA7-40970B8AFED5}" sibTransId="{90FF18CE-33B1-4B4C-8483-F62206B59972}"/>
    <dgm:cxn modelId="{1F60B301-FE81-47CA-A08E-6AB1E849F3C6}" type="presParOf" srcId="{794850E0-B597-4739-904B-8FC697504CD5}" destId="{4756DAB1-93E5-4421-95C4-2E3DE5654119}" srcOrd="0" destOrd="0" presId="urn:microsoft.com/office/officeart/2005/8/layout/vList2"/>
    <dgm:cxn modelId="{8BA94117-6B4E-44EB-963D-BF729D68C1DC}" type="presParOf" srcId="{794850E0-B597-4739-904B-8FC697504CD5}" destId="{BC6F28BE-05EB-4646-848C-5B87D3371E36}" srcOrd="1" destOrd="0" presId="urn:microsoft.com/office/officeart/2005/8/layout/vList2"/>
    <dgm:cxn modelId="{0A5E6F1C-52BE-48FC-B579-F017C97C2979}" type="presParOf" srcId="{794850E0-B597-4739-904B-8FC697504CD5}" destId="{8D4FB383-B559-416D-A1AE-1F59C8FC39B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A6238-D6C4-4D0A-A15B-E4F5DFB6B25B}">
      <dsp:nvSpPr>
        <dsp:cNvPr id="0" name=""/>
        <dsp:cNvSpPr/>
      </dsp:nvSpPr>
      <dsp:spPr>
        <a:xfrm>
          <a:off x="0" y="468395"/>
          <a:ext cx="6364224" cy="2251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target of this incident was a Windows 11 local host machine. The incident simulated was that the host of this machine downloaded a suspicious file and had suspicious .exe files running. </a:t>
          </a:r>
        </a:p>
      </dsp:txBody>
      <dsp:txXfrm>
        <a:off x="109889" y="578284"/>
        <a:ext cx="6144446" cy="2031302"/>
      </dsp:txXfrm>
    </dsp:sp>
    <dsp:sp modelId="{9DEEAD80-694F-4173-966C-A0ECB8F30A23}">
      <dsp:nvSpPr>
        <dsp:cNvPr id="0" name=""/>
        <dsp:cNvSpPr/>
      </dsp:nvSpPr>
      <dsp:spPr>
        <a:xfrm>
          <a:off x="0" y="2794356"/>
          <a:ext cx="6364224" cy="22510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scope is a Logical Disk and memory dump collected from the host computer. </a:t>
          </a:r>
        </a:p>
      </dsp:txBody>
      <dsp:txXfrm>
        <a:off x="109889" y="2904245"/>
        <a:ext cx="6144446" cy="2031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D223C-3408-438A-829A-C1CB093AA951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9F5C6D-435D-4D77-98DD-FF1083315DDF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2F403-AEA4-4E2B-A126-54219AA2292B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evidence collected from the host machine was:</a:t>
          </a:r>
        </a:p>
      </dsp:txBody>
      <dsp:txXfrm>
        <a:off x="1819120" y="673"/>
        <a:ext cx="4545103" cy="1574995"/>
      </dsp:txXfrm>
    </dsp:sp>
    <dsp:sp modelId="{41ED6A62-773D-4B0E-AD35-C0A896E49F6F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35C1B-3E3E-49B1-ADAE-44426D9CFD5E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6FD86-B034-4624-8FE6-3D8A51A312B2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Logical Image of the SUSPICIOUSFOLDER folder created using </a:t>
          </a:r>
          <a:r>
            <a:rPr lang="en-US" sz="2200" b="1" kern="1200"/>
            <a:t>FTK Imager </a:t>
          </a:r>
          <a:r>
            <a:rPr lang="en-US" sz="2200" kern="1200"/>
            <a:t>and analyzed with </a:t>
          </a:r>
          <a:r>
            <a:rPr lang="en-US" sz="2200" b="1" kern="1200"/>
            <a:t>Autopsy.</a:t>
          </a:r>
          <a:endParaRPr lang="en-US" sz="2200" kern="1200"/>
        </a:p>
      </dsp:txBody>
      <dsp:txXfrm>
        <a:off x="1819120" y="1969418"/>
        <a:ext cx="4545103" cy="1574995"/>
      </dsp:txXfrm>
    </dsp:sp>
    <dsp:sp modelId="{80761694-D297-4BAB-9C9A-A5127F79D96A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AC887-C49F-456D-A06B-D47E3CAC4327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43817-0074-4CB5-B4B6-F792BB3B1839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Memory Dump obtained using </a:t>
          </a:r>
          <a:r>
            <a:rPr lang="en-US" sz="2200" b="1" kern="1200"/>
            <a:t>WinPmem</a:t>
          </a:r>
          <a:r>
            <a:rPr lang="en-US" sz="2200" kern="1200"/>
            <a:t> and analyzed via </a:t>
          </a:r>
          <a:r>
            <a:rPr lang="en-US" sz="2200" b="1" kern="1200"/>
            <a:t>Volatility</a:t>
          </a:r>
          <a:r>
            <a:rPr lang="en-US" sz="2200" kern="1200"/>
            <a:t>. </a:t>
          </a:r>
        </a:p>
      </dsp:txBody>
      <dsp:txXfrm>
        <a:off x="1819120" y="3938162"/>
        <a:ext cx="4545103" cy="1574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B1E3E-AF8F-43CC-AC86-2B0EC9571B8D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872462-184A-4A4F-BA44-76DD4CB00E9C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91F6A-09D5-4C98-8448-19AAFFACCBD4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Multiple suspicious .exe files were found on the Image file. </a:t>
          </a:r>
        </a:p>
      </dsp:txBody>
      <dsp:txXfrm>
        <a:off x="1816103" y="671"/>
        <a:ext cx="4447536" cy="1572384"/>
      </dsp:txXfrm>
    </dsp:sp>
    <dsp:sp modelId="{664A2907-7C50-4680-A92C-2284B952A03C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9D40D2-CA66-4C0D-BFB8-083AD7C94038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6EA37-82E3-42C2-8F6A-8E3285405CDB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Multiple .exes would found on the memory dump file.  </a:t>
          </a:r>
        </a:p>
      </dsp:txBody>
      <dsp:txXfrm>
        <a:off x="1816103" y="1966151"/>
        <a:ext cx="4447536" cy="1572384"/>
      </dsp:txXfrm>
    </dsp:sp>
    <dsp:sp modelId="{C10FAAD9-F692-40F0-828D-07A0CC15909F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6D2AC-2751-413B-9469-5032AE9B2310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D36B4-161A-44F6-B939-F296B92FA8DB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Suspicious .exe called parsec-windows.exe was ran through </a:t>
          </a:r>
          <a:r>
            <a:rPr lang="en-US" sz="2200" b="1" kern="1200"/>
            <a:t>VirusTotal</a:t>
          </a:r>
          <a:r>
            <a:rPr lang="en-US" sz="2200" kern="1200"/>
            <a:t> and flagged as malware. </a:t>
          </a:r>
        </a:p>
      </dsp:txBody>
      <dsp:txXfrm>
        <a:off x="1816103" y="3931632"/>
        <a:ext cx="4447536" cy="15723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6DAB1-93E5-4421-95C4-2E3DE5654119}">
      <dsp:nvSpPr>
        <dsp:cNvPr id="0" name=""/>
        <dsp:cNvSpPr/>
      </dsp:nvSpPr>
      <dsp:spPr>
        <a:xfrm>
          <a:off x="0" y="28296"/>
          <a:ext cx="6364224" cy="26839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This investigation concluded that the system was compromised after downloading the parsec-windows.exe unauthorized file from the internet. </a:t>
          </a:r>
        </a:p>
      </dsp:txBody>
      <dsp:txXfrm>
        <a:off x="131021" y="159317"/>
        <a:ext cx="6102182" cy="2421937"/>
      </dsp:txXfrm>
    </dsp:sp>
    <dsp:sp modelId="{8D4FB383-B559-416D-A1AE-1F59C8FC39B7}">
      <dsp:nvSpPr>
        <dsp:cNvPr id="0" name=""/>
        <dsp:cNvSpPr/>
      </dsp:nvSpPr>
      <dsp:spPr>
        <a:xfrm>
          <a:off x="0" y="2801556"/>
          <a:ext cx="6364224" cy="268397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The VirusTotal Flag and presence of suspicious files and .exe files led to this conclusion. </a:t>
          </a:r>
        </a:p>
      </dsp:txBody>
      <dsp:txXfrm>
        <a:off x="131021" y="2932577"/>
        <a:ext cx="6102182" cy="2421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Forensic Project Simulated Case Phase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Wendel Jackson</a:t>
            </a:r>
          </a:p>
          <a:p>
            <a:r>
              <a:rPr lang="en-US" dirty="0"/>
              <a:t>CIST 2612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52F00-6D7E-4C04-DE08-B655849A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495900-234A-A50E-F76F-A1787EE2D5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84076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470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F2CDA-198A-B71D-6F1F-0F65AD64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Acquisition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B572AA-C287-0B98-9AAD-55FE194E6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62663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78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6DD2-DA95-C7B1-5091-987314442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Custody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BF8E-5398-EE47-3DA4-B3EF92D0B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5505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Evidence ID: 1</a:t>
            </a:r>
          </a:p>
          <a:p>
            <a:pPr lvl="0"/>
            <a:r>
              <a:rPr lang="en-US" dirty="0"/>
              <a:t>Description: Disk Image</a:t>
            </a:r>
          </a:p>
          <a:p>
            <a:pPr lvl="0"/>
            <a:r>
              <a:rPr lang="en-US" dirty="0"/>
              <a:t>Date/Time Acquired 4/21/26 3:08 PM EST</a:t>
            </a:r>
          </a:p>
          <a:p>
            <a:pPr lvl="0"/>
            <a:r>
              <a:rPr lang="en-US" dirty="0"/>
              <a:t>Hash: c13873ac5f81932d3f4118454c012bc4642187827a1784f03cefcb41b25c0</a:t>
            </a:r>
          </a:p>
          <a:p>
            <a:pPr lvl="0"/>
            <a:r>
              <a:rPr lang="en-US" dirty="0"/>
              <a:t>Storage Location: /home/</a:t>
            </a:r>
            <a:r>
              <a:rPr lang="en-US" dirty="0" err="1"/>
              <a:t>wendel</a:t>
            </a:r>
            <a:r>
              <a:rPr lang="en-US" dirty="0"/>
              <a:t>/evidence</a:t>
            </a:r>
          </a:p>
          <a:p>
            <a:pPr lvl="0"/>
            <a:r>
              <a:rPr lang="en-US" dirty="0"/>
              <a:t>Acquired using FTK Imager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F93C08-7453-DB41-3DCB-29245EFFD3BC}"/>
              </a:ext>
            </a:extLst>
          </p:cNvPr>
          <p:cNvSpPr txBox="1">
            <a:spLocks/>
          </p:cNvSpPr>
          <p:nvPr/>
        </p:nvSpPr>
        <p:spPr>
          <a:xfrm>
            <a:off x="6717631" y="1825625"/>
            <a:ext cx="51455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Evidence ID: 2</a:t>
            </a:r>
          </a:p>
          <a:p>
            <a:pPr lvl="0"/>
            <a:r>
              <a:rPr lang="en-US" dirty="0"/>
              <a:t>Description: Memory Dump</a:t>
            </a:r>
          </a:p>
          <a:p>
            <a:pPr lvl="0"/>
            <a:r>
              <a:rPr lang="en-US" dirty="0"/>
              <a:t>Date/Time Acquired 4/21/26 3:02 AM EST</a:t>
            </a:r>
          </a:p>
          <a:p>
            <a:pPr lvl="0"/>
            <a:r>
              <a:rPr lang="en-US" dirty="0"/>
              <a:t>Hash: f29035292d47d3f667ee7411f7e0a9226589dc1440538cd74c3bcc23902f3994</a:t>
            </a:r>
          </a:p>
          <a:p>
            <a:pPr lvl="0"/>
            <a:r>
              <a:rPr lang="en-US" dirty="0"/>
              <a:t>Storage Location: /home/</a:t>
            </a:r>
            <a:r>
              <a:rPr lang="en-US" dirty="0" err="1"/>
              <a:t>wendel</a:t>
            </a:r>
            <a:r>
              <a:rPr lang="en-US" dirty="0"/>
              <a:t>/evidence/</a:t>
            </a:r>
            <a:r>
              <a:rPr lang="en-US" dirty="0" err="1"/>
              <a:t>physmem.raw</a:t>
            </a:r>
            <a:endParaRPr lang="en-US" dirty="0"/>
          </a:p>
          <a:p>
            <a:pPr lvl="0"/>
            <a:r>
              <a:rPr lang="en-US" dirty="0"/>
              <a:t>Acquired using </a:t>
            </a:r>
            <a:r>
              <a:rPr lang="en-US" dirty="0" err="1"/>
              <a:t>WinPmem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9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63543-AAA1-2C39-D891-5DCAA8776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/>
              <a:t>Analysis 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D5A783D-B032-1185-32B7-8D1547695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510590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081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42062-7451-44F9-8C0E-26813FB1E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78362" cy="3912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042C29-6C69-42AB-89AA-E8163A040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62" y="0"/>
            <a:ext cx="4078362" cy="3910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4F7172-1C7A-4DCD-B691-4C802ACE9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638" y="0"/>
            <a:ext cx="4078362" cy="3910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5DBD4-8B16-CCDB-C33A-9C8D76E7B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8551" y="3908339"/>
            <a:ext cx="12270175" cy="120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7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CF27C-7D83-1190-9BF9-8328B9EA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Conclusion and Assessment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9251167-BF1A-283C-8810-A93A2F54C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749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5941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249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Forensic Project Simulated Case Phase 4</vt:lpstr>
      <vt:lpstr>Overview</vt:lpstr>
      <vt:lpstr>Acquisition Summary</vt:lpstr>
      <vt:lpstr>Chain of Custody</vt:lpstr>
      <vt:lpstr>Analysis Summary</vt:lpstr>
      <vt:lpstr>PowerPoint Presentation</vt:lpstr>
      <vt:lpstr>Conclusion and 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Wendel Jackson</dc:creator>
  <cp:lastModifiedBy>Wendel Jackson</cp:lastModifiedBy>
  <cp:revision>2</cp:revision>
  <dcterms:created xsi:type="dcterms:W3CDTF">2026-04-23T07:47:17Z</dcterms:created>
  <dcterms:modified xsi:type="dcterms:W3CDTF">2026-04-23T09:15:01Z</dcterms:modified>
</cp:coreProperties>
</file>